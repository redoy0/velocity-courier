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C49B9-A927-4E7F-BB25-FECDF2B07179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6F697-C4D6-4D24-BBCC-A51442B24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5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463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95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452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777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98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478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88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014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049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58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06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9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776" y="1870442"/>
            <a:ext cx="9144000" cy="1260111"/>
          </a:xfrm>
        </p:spPr>
        <p:txBody>
          <a:bodyPr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Calibri Light"/>
              </a:rPr>
              <a:t>Design and Implementation of a Smart Courier and Parcel Management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9776" y="3890425"/>
            <a:ext cx="9144000" cy="1655763"/>
          </a:xfrm>
        </p:spPr>
        <p:txBody>
          <a:bodyPr wrap="square" lIns="0" rIns="0" tIns="0" bIns="0">
            <a:normAutofit lnSpcReduction="1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Student 1 ID : Student 1 Name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Student 2 ID : Student 2 Name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Supervisor: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Pranta Banik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Lecturer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Department of CSE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Uttara University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64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509043" y="2784780"/>
            <a:ext cx="9144000" cy="1655763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0">
                <a:solidFill>
                  <a:srgbClr val="000000"/>
                </a:solidFill>
                <a:latin typeface="Calibri Light"/>
              </a:rPr>
              <a:t>Introduction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Courier operations need accurate booking, dispatch, and delivery visibility.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Manual workflows create delays, errors, and weak accountability.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SCPMS digitizes parcel handling with live tracking, notifications, and analytics.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The system supports customer satisfaction and operational efficiency.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0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347831" y="2758276"/>
            <a:ext cx="9144000" cy="1655763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0">
                <a:solidFill>
                  <a:srgbClr val="000000"/>
                </a:solidFill>
                <a:latin typeface="Calibri Light"/>
              </a:rPr>
              <a:t>Background Study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Existing courier systems automate booking but often lack real-time visibility.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QR and barcode identification improve traceability and reduce manual errors.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Map-based tracking with Leaflet and OpenStreetMap supports live delivery monitoring.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Research gap: integrated workflow, analytics, and auditability in one platform.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6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383574" y="2672196"/>
            <a:ext cx="9144000" cy="2479981"/>
          </a:xfrm>
          <a:prstGeom prst="rect">
            <a:avLst/>
          </a:prstGeom>
        </p:spPr>
        <p:txBody>
          <a:bodyPr wrap="square" lIns="0" rIns="0" tIns="0" bIns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0">
                <a:solidFill>
                  <a:srgbClr val="000000"/>
                </a:solidFill>
                <a:latin typeface="Calibri Light"/>
              </a:rPr>
              <a:t>Problem Statements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High cost of manual coordination and repeated status updates.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Manual or fragmented parcel management systems.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Low accuracy in tracking, assignment, and delivery verification.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Not sustainable for growing parcel volume and operational complexity.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Not flexible enough to support analytics, logs, and real-time updates.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3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509043" y="2810493"/>
            <a:ext cx="9144000" cy="2479981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0">
                <a:solidFill>
                  <a:srgbClr val="000000"/>
                </a:solidFill>
                <a:latin typeface="Calibri Light"/>
              </a:rPr>
              <a:t>Aims of the Research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To propose an effective smart courier model than existing systems.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To develop a secure, role-based parcel management platform.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To combine live tracking, QR verification, and analytics for better outcomes.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To improve operational transparency, efficiency, and customer trust.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4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509043" y="2651529"/>
            <a:ext cx="9144000" cy="2479981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0">
                <a:solidFill>
                  <a:srgbClr val="000000"/>
                </a:solidFill>
                <a:latin typeface="Calibri Light"/>
              </a:rPr>
              <a:t>Objective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To study the current system and identify research scope.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To propose, design, and develop the SCPMS model.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To execute, test, and validate the system in real scenarios.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To compare the proposed system with existing courier workflows.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39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360292" y="2690981"/>
            <a:ext cx="9144000" cy="3603802"/>
          </a:xfrm>
          <a:prstGeom prst="rect">
            <a:avLst/>
          </a:prstGeom>
        </p:spPr>
        <p:txBody>
          <a:bodyPr wrap="square" lIns="45720" rIns="45720" tIns="18288" bIns="18288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800" b="1">
                <a:solidFill>
                  <a:srgbClr val="000000"/>
                </a:solidFill>
                <a:latin typeface="Calibri Light"/>
              </a:rPr>
              <a:t>Requirements: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Data: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Hardware: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Software: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Functional requirements: visualization, statistical analysis, input, output, process, real-time tracking, QR scanning, reporting.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Nonfunctional requirements: security, portability, flexibility, accuracy, scalability, responsiveness, and reliability.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Knowledge requirements: JavaScript, React, Node.js, Express, MongoDB, REST API, real-time systems, and GIS mapping.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2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509043" y="2439190"/>
            <a:ext cx="9144000" cy="2479981"/>
          </a:xfrm>
          <a:prstGeom prst="rect">
            <a:avLst/>
          </a:prstGeom>
        </p:spPr>
        <p:txBody>
          <a:bodyPr wrap="square" lIns="0" rIns="0" tIns="0" bIns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2800" b="0">
                <a:solidFill>
                  <a:srgbClr val="000000"/>
                </a:solidFill>
                <a:latin typeface="Calibri Light"/>
              </a:rPr>
              <a:t>Scope of the project/research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Data availability: parcel, user, location, event, and report data.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Functionality: booking, assignment, tracking, notifications, analytics, and export.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Technology: MERN, JWT, Socket.IO, Leaflet, and OpenStreetMap.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Boundary: web-based courier management only; no mobile app or warehouse automation.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5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732934" y="2409889"/>
            <a:ext cx="9144000" cy="2479981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>
                <a:solidFill>
                  <a:srgbClr val="000000"/>
                </a:solidFill>
                <a:latin typeface="Calibri Light"/>
              </a:rPr>
              <a:t>Timeline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78308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45454"/>
                </a:solidFill>
                <a:latin typeface="Calibri"/>
              </a:rPr>
              <a:t>A compact implementation timeline for thesis planning and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029968"/>
            <a:ext cx="690372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48256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057400"/>
            <a:ext cx="5753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150" y="2057400"/>
            <a:ext cx="5753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2460" y="2057400"/>
            <a:ext cx="5753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7770" y="2057400"/>
            <a:ext cx="5753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3080" y="2057400"/>
            <a:ext cx="5753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8390" y="2057400"/>
            <a:ext cx="5753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700" y="2057400"/>
            <a:ext cx="5753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9010" y="2057400"/>
            <a:ext cx="5753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4320" y="2057400"/>
            <a:ext cx="5753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9630" y="2057400"/>
            <a:ext cx="5753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4940" y="2057400"/>
            <a:ext cx="5753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0" y="2057400"/>
            <a:ext cx="5753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359152"/>
            <a:ext cx="2514600" cy="43891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Planning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Literature review and gap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359152"/>
            <a:ext cx="6903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67150" y="2359152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42460" y="2359152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17770" y="2359152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93080" y="2359152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8390" y="2359152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43700" y="2359152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9010" y="2359152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94320" y="2359152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69630" y="2359152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44940" y="2359152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0250" y="2359152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37560" y="2441448"/>
            <a:ext cx="1059180" cy="310896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Weeks 1-2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2852928"/>
            <a:ext cx="2514600" cy="43891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Design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Database schema and UI wireframing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2852928"/>
            <a:ext cx="6903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67150" y="2852928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42460" y="2852928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17770" y="2852928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93080" y="2852928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68390" y="2852928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43700" y="2852928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9010" y="2852928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94320" y="2852928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69630" y="2852928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44940" y="2852928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20250" y="2852928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488180" y="2935224"/>
            <a:ext cx="1059180" cy="310896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Weeks 3-4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3346704"/>
            <a:ext cx="2514600" cy="43891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Development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Backend API and frontend integration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3346704"/>
            <a:ext cx="6903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67150" y="3346704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42460" y="3346704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17770" y="3346704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593080" y="3346704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68390" y="3346704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743700" y="3346704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9010" y="3346704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94320" y="3346704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69630" y="3346704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44940" y="3346704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620250" y="3346704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638800" y="3429000"/>
            <a:ext cx="1634490" cy="310896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Weeks 5-7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800" y="3840480"/>
            <a:ext cx="2514600" cy="43891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Testing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Bug fixing and user validation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91840" y="3840480"/>
            <a:ext cx="6903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867150" y="3840480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42460" y="3840480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17770" y="3840480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3080" y="3840480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68390" y="3840480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743700" y="3840480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9010" y="3840480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894320" y="3840480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469630" y="3840480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44940" y="3840480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620250" y="3840480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364730" y="3922776"/>
            <a:ext cx="1059180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Weeks 8-9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5800" y="4334256"/>
            <a:ext cx="2514600" cy="43891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Deployment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Hosting and documentation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91840" y="4334256"/>
            <a:ext cx="6903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867150" y="4334256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442460" y="4334256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017770" y="4334256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593080" y="4334256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68390" y="4334256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743700" y="4334256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9010" y="4334256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94320" y="4334256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469630" y="4334256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044940" y="4334256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620250" y="4334256"/>
            <a:ext cx="914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515350" y="4416552"/>
            <a:ext cx="1634490" cy="310896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Weeks 10-12</a:t>
            </a:r>
          </a:p>
        </p:txBody>
      </p:sp>
    </p:spTree>
    <p:extLst>
      <p:ext uri="{BB962C8B-B14F-4D97-AF65-F5344CB8AC3E}">
        <p14:creationId xmlns:p14="http://schemas.microsoft.com/office/powerpoint/2010/main" val="10875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509043" y="2727942"/>
            <a:ext cx="9144000" cy="2479981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>
                <a:solidFill>
                  <a:srgbClr val="000000"/>
                </a:solidFill>
                <a:latin typeface="Calibri Light"/>
              </a:rPr>
              <a:t>Question answer</a:t>
            </a:r>
            <a:endParaRPr lang="en-US" dirty="0"/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Thank you.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Any questions?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4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45</TotalTime>
  <Words>236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Kamal Uddin Sarker</dc:creator>
  <cp:lastModifiedBy>Uttam Kumar Dey</cp:lastModifiedBy>
  <cp:revision>6</cp:revision>
  <dcterms:created xsi:type="dcterms:W3CDTF">2025-12-23T05:34:39Z</dcterms:created>
  <dcterms:modified xsi:type="dcterms:W3CDTF">2025-12-23T06:24:44Z</dcterms:modified>
</cp:coreProperties>
</file>