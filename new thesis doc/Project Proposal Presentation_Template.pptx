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4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DC49B9-A927-4E7F-BB25-FECDF2B07179}" type="datetimeFigureOut">
              <a:rPr lang="en-US" smtClean="0"/>
              <a:t>23-Dec-25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6F697-C4D6-4D24-BBCC-A51442B24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854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22EF4-E506-4923-B0F1-1D8A6371DF83}" type="datetimeFigureOut">
              <a:rPr lang="en-US" smtClean="0"/>
              <a:t>23-Dec-25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A9AB-9D7F-458F-B1A9-F03F063A2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2463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22EF4-E506-4923-B0F1-1D8A6371DF83}" type="datetimeFigureOut">
              <a:rPr lang="en-US" smtClean="0"/>
              <a:t>23-Dec-25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A9AB-9D7F-458F-B1A9-F03F063A2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2952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22EF4-E506-4923-B0F1-1D8A6371DF83}" type="datetimeFigureOut">
              <a:rPr lang="en-US" smtClean="0"/>
              <a:t>23-Dec-25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A9AB-9D7F-458F-B1A9-F03F063A2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6452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22EF4-E506-4923-B0F1-1D8A6371DF83}" type="datetimeFigureOut">
              <a:rPr lang="en-US" smtClean="0"/>
              <a:t>23-Dec-25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A9AB-9D7F-458F-B1A9-F03F063A2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5777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22EF4-E506-4923-B0F1-1D8A6371DF83}" type="datetimeFigureOut">
              <a:rPr lang="en-US" smtClean="0"/>
              <a:t>23-Dec-25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A9AB-9D7F-458F-B1A9-F03F063A2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098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22EF4-E506-4923-B0F1-1D8A6371DF83}" type="datetimeFigureOut">
              <a:rPr lang="en-US" smtClean="0"/>
              <a:t>23-Dec-25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A9AB-9D7F-458F-B1A9-F03F063A2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5478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22EF4-E506-4923-B0F1-1D8A6371DF83}" type="datetimeFigureOut">
              <a:rPr lang="en-US" smtClean="0"/>
              <a:t>23-Dec-25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A9AB-9D7F-458F-B1A9-F03F063A2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7888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22EF4-E506-4923-B0F1-1D8A6371DF83}" type="datetimeFigureOut">
              <a:rPr lang="en-US" smtClean="0"/>
              <a:t>23-Dec-25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A9AB-9D7F-458F-B1A9-F03F063A2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2014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22EF4-E506-4923-B0F1-1D8A6371DF83}" type="datetimeFigureOut">
              <a:rPr lang="en-US" smtClean="0"/>
              <a:t>23-Dec-25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A9AB-9D7F-458F-B1A9-F03F063A2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2049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22EF4-E506-4923-B0F1-1D8A6371DF83}" type="datetimeFigureOut">
              <a:rPr lang="en-US" smtClean="0"/>
              <a:t>23-Dec-25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A9AB-9D7F-458F-B1A9-F03F063A2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2581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22EF4-E506-4923-B0F1-1D8A6371DF83}" type="datetimeFigureOut">
              <a:rPr lang="en-US" smtClean="0"/>
              <a:t>23-Dec-25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A9AB-9D7F-458F-B1A9-F03F063A2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9065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22EF4-E506-4923-B0F1-1D8A6371DF83}" type="datetimeFigureOut">
              <a:rPr lang="en-US" smtClean="0"/>
              <a:t>23-Dec-25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EAA9AB-9D7F-458F-B1A9-F03F063A2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091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9776" y="1870442"/>
            <a:ext cx="9144000" cy="1260111"/>
          </a:xfrm>
        </p:spPr>
        <p:txBody>
          <a:bodyPr/>
          <a:lstStyle/>
          <a:p>
            <a:r>
              <a:rPr lang="en-US" dirty="0" smtClean="0"/>
              <a:t>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9776" y="3890425"/>
            <a:ext cx="9144000" cy="165576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Student 1 ID : Student 1 Name </a:t>
            </a:r>
          </a:p>
          <a:p>
            <a:r>
              <a:rPr lang="en-US" dirty="0" smtClean="0"/>
              <a:t>Student 2 ID : Student 2 Name </a:t>
            </a:r>
          </a:p>
          <a:p>
            <a:endParaRPr lang="en-US" dirty="0"/>
          </a:p>
          <a:p>
            <a:r>
              <a:rPr lang="en-US" dirty="0" smtClean="0"/>
              <a:t>Supervisor: 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7" y="39756"/>
            <a:ext cx="11698333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640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509043" y="2784780"/>
            <a:ext cx="9144000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Introduction</a:t>
            </a:r>
          </a:p>
          <a:p>
            <a:pPr marL="457189" lvl="1" indent="0">
              <a:buNone/>
            </a:pPr>
            <a:r>
              <a:rPr lang="en-US" dirty="0"/>
              <a:t>&lt;Domain of the research and it’s important&gt;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7" y="39756"/>
            <a:ext cx="11698333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01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347831" y="2758276"/>
            <a:ext cx="9144000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Background Study</a:t>
            </a:r>
          </a:p>
          <a:p>
            <a:pPr marL="457189" lvl="1" indent="0">
              <a:buNone/>
            </a:pPr>
            <a:r>
              <a:rPr lang="en-US" dirty="0"/>
              <a:t>&lt;Recent works, related works, &gt;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7" y="39756"/>
            <a:ext cx="11698333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263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383574" y="2672196"/>
            <a:ext cx="9144000" cy="2479981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Problem Statements (examples)</a:t>
            </a:r>
          </a:p>
          <a:p>
            <a:pPr marL="514338" indent="-514338">
              <a:buFont typeface="+mj-lt"/>
              <a:buAutoNum type="arabicPeriod"/>
            </a:pPr>
            <a:r>
              <a:rPr lang="en-US" dirty="0"/>
              <a:t>&lt;high cost&gt;</a:t>
            </a:r>
          </a:p>
          <a:p>
            <a:pPr marL="514338" indent="-514338">
              <a:buFont typeface="+mj-lt"/>
              <a:buAutoNum type="arabicPeriod"/>
            </a:pPr>
            <a:r>
              <a:rPr lang="en-US" dirty="0"/>
              <a:t>&lt;manual system&gt;</a:t>
            </a:r>
          </a:p>
          <a:p>
            <a:pPr marL="514338" indent="-514338">
              <a:buFont typeface="+mj-lt"/>
              <a:buAutoNum type="arabicPeriod"/>
            </a:pPr>
            <a:r>
              <a:rPr lang="en-US" dirty="0"/>
              <a:t>&lt;Low accuracy &gt;</a:t>
            </a:r>
          </a:p>
          <a:p>
            <a:pPr marL="514338" indent="-514338">
              <a:buFont typeface="+mj-lt"/>
              <a:buAutoNum type="arabicPeriod"/>
            </a:pPr>
            <a:r>
              <a:rPr lang="en-US" dirty="0"/>
              <a:t>&lt;not sustainable&gt;</a:t>
            </a:r>
          </a:p>
          <a:p>
            <a:pPr marL="514338" indent="-514338">
              <a:buFont typeface="+mj-lt"/>
              <a:buAutoNum type="arabicPeriod"/>
            </a:pPr>
            <a:r>
              <a:rPr lang="en-US" dirty="0"/>
              <a:t>&lt;not flexible&gt;</a:t>
            </a:r>
          </a:p>
          <a:p>
            <a:pPr marL="514338" indent="-514338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7" y="39756"/>
            <a:ext cx="11698333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331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509043" y="2810493"/>
            <a:ext cx="9144000" cy="247998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Aims of the research (examples)</a:t>
            </a:r>
          </a:p>
          <a:p>
            <a:pPr marL="0" indent="0">
              <a:buNone/>
            </a:pPr>
            <a:r>
              <a:rPr lang="en-US" dirty="0"/>
              <a:t>To propose an effective model than existing models.</a:t>
            </a:r>
          </a:p>
          <a:p>
            <a:pPr marL="0" indent="0">
              <a:buNone/>
            </a:pPr>
            <a:r>
              <a:rPr lang="en-US" dirty="0"/>
              <a:t>To develop a new model for …………</a:t>
            </a:r>
          </a:p>
          <a:p>
            <a:pPr marL="0" indent="0">
              <a:buNone/>
            </a:pPr>
            <a:r>
              <a:rPr lang="en-US" dirty="0"/>
              <a:t>To develop a hybrid model for better outcomes in terms of …….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7" y="39756"/>
            <a:ext cx="11698333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449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509043" y="2651529"/>
            <a:ext cx="9144000" cy="247998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Objective  (examples)</a:t>
            </a:r>
          </a:p>
          <a:p>
            <a:pPr marL="514338" indent="-514338">
              <a:buFont typeface="+mj-lt"/>
              <a:buAutoNum type="arabicPeriod"/>
            </a:pPr>
            <a:r>
              <a:rPr lang="en-US" dirty="0"/>
              <a:t>&lt;to study the current system and identify research scope&gt;</a:t>
            </a:r>
          </a:p>
          <a:p>
            <a:pPr marL="514338" indent="-514338">
              <a:buFont typeface="+mj-lt"/>
              <a:buAutoNum type="arabicPeriod"/>
            </a:pPr>
            <a:r>
              <a:rPr lang="en-US" dirty="0"/>
              <a:t>&lt;to propose/ design /develop a model &gt;</a:t>
            </a:r>
          </a:p>
          <a:p>
            <a:pPr marL="514338" indent="-514338">
              <a:buFont typeface="+mj-lt"/>
              <a:buAutoNum type="arabicPeriod"/>
            </a:pPr>
            <a:r>
              <a:rPr lang="en-US" dirty="0"/>
              <a:t>&lt;to execute / test / validate the model or system &gt;</a:t>
            </a:r>
          </a:p>
          <a:p>
            <a:pPr marL="514338" indent="-514338">
              <a:buFont typeface="+mj-lt"/>
              <a:buAutoNum type="arabicPeriod"/>
            </a:pPr>
            <a:r>
              <a:rPr lang="en-US" dirty="0"/>
              <a:t>&lt;to compare with existing model/system/works&gt;</a:t>
            </a:r>
          </a:p>
          <a:p>
            <a:pPr marL="514338" indent="-514338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7" y="39756"/>
            <a:ext cx="11698333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393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360292" y="2690981"/>
            <a:ext cx="9144000" cy="3603802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300" b="1" dirty="0"/>
              <a:t>Requirements:</a:t>
            </a:r>
          </a:p>
          <a:p>
            <a:pPr marL="0" indent="0">
              <a:buNone/>
            </a:pPr>
            <a:r>
              <a:rPr lang="en-US" sz="3300" dirty="0"/>
              <a:t>Data:</a:t>
            </a:r>
          </a:p>
          <a:p>
            <a:pPr marL="0" indent="0">
              <a:buNone/>
            </a:pPr>
            <a:r>
              <a:rPr lang="en-US" sz="3300" dirty="0"/>
              <a:t>hardware:</a:t>
            </a:r>
          </a:p>
          <a:p>
            <a:pPr marL="0" indent="0">
              <a:buNone/>
            </a:pPr>
            <a:r>
              <a:rPr lang="en-US" sz="3300" dirty="0"/>
              <a:t>Software:</a:t>
            </a:r>
          </a:p>
          <a:p>
            <a:pPr marL="0" indent="0">
              <a:buNone/>
            </a:pPr>
            <a:r>
              <a:rPr lang="en-US" sz="3300" dirty="0"/>
              <a:t>Functional requirements: visualization, statistical analysis, input, output, process, etc.</a:t>
            </a:r>
          </a:p>
          <a:p>
            <a:pPr marL="0" indent="0">
              <a:buNone/>
            </a:pPr>
            <a:r>
              <a:rPr lang="en-US" sz="3300" dirty="0"/>
              <a:t>Nonfunctional requirements: integrating sustainability features, improving quality of service, product, faster, portability, flexibility, accuracy, </a:t>
            </a:r>
          </a:p>
          <a:p>
            <a:pPr marL="0" indent="0">
              <a:buNone/>
            </a:pPr>
            <a:r>
              <a:rPr lang="en-US" sz="3300" dirty="0"/>
              <a:t>Knowledge Requirements: &lt;mention technical knowledge that you need to accomplish the research/project: programming languages&gt;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7" y="39756"/>
            <a:ext cx="11698333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25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509043" y="2439190"/>
            <a:ext cx="9144000" cy="247998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Scope of the project/research</a:t>
            </a:r>
          </a:p>
          <a:p>
            <a:pPr marL="0" indent="0">
              <a:buNone/>
            </a:pPr>
            <a:r>
              <a:rPr lang="en-US" dirty="0"/>
              <a:t>-- data availability (specified)</a:t>
            </a:r>
          </a:p>
          <a:p>
            <a:pPr marL="0" indent="0">
              <a:buNone/>
            </a:pPr>
            <a:r>
              <a:rPr lang="en-US" dirty="0"/>
              <a:t>--- functionality (specified)</a:t>
            </a:r>
          </a:p>
          <a:p>
            <a:pPr marL="0" indent="0">
              <a:buNone/>
            </a:pPr>
            <a:r>
              <a:rPr lang="en-US" dirty="0"/>
              <a:t>-- technology (specified)</a:t>
            </a:r>
          </a:p>
          <a:p>
            <a:pPr marL="0" indent="0">
              <a:buNone/>
            </a:pPr>
            <a:r>
              <a:rPr lang="en-US" dirty="0"/>
              <a:t>-- boundary is finalized.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7" y="39756"/>
            <a:ext cx="11698333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858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732934" y="2409889"/>
            <a:ext cx="9144000" cy="247998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Timeline</a:t>
            </a:r>
          </a:p>
          <a:p>
            <a:pPr marL="0" indent="0">
              <a:buNone/>
            </a:pPr>
            <a:r>
              <a:rPr lang="en-US" dirty="0"/>
              <a:t>Gantt chart.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7" y="39756"/>
            <a:ext cx="11698333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53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509043" y="2727942"/>
            <a:ext cx="9144000" cy="247998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Question answer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77" y="39756"/>
            <a:ext cx="11698333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548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45</TotalTime>
  <Words>236</Words>
  <Application>Microsoft Office PowerPoint</Application>
  <PresentationFormat>Widescreen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Dr. Kamal Uddin Sarker</dc:creator>
  <cp:lastModifiedBy>Uttam Kumar Dey</cp:lastModifiedBy>
  <cp:revision>6</cp:revision>
  <dcterms:created xsi:type="dcterms:W3CDTF">2025-12-23T05:34:39Z</dcterms:created>
  <dcterms:modified xsi:type="dcterms:W3CDTF">2025-12-23T06:24:44Z</dcterms:modified>
</cp:coreProperties>
</file>