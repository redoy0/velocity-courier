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45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committee, introduce yourself and the thesis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outline in one breath,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 — why this domain matters before narrowing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gap in one sentence, then the supporting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should map to a result you'll show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show the 4-5 most relevant works; group by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layer/module as you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only tools/decisions the committee will ask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headline number, then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row/column where your approach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back to the objectives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read these aloud — keep for committee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and sincere.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from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-1714500"/>
            <a:ext cx="5905500" cy="59055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33500" y="78105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00100"/>
            <a:ext cx="1279446" cy="704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3308271"/>
            <a:ext cx="16344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· UTTARA UNIVERSITY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1047750" y="3868341"/>
            <a:ext cx="15304770" cy="1807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887"/>
              </a:lnSpc>
              <a:buNone/>
            </a:pPr>
            <a:r>
              <a:rPr lang="en-US" sz="6450" b="1" kern="0" spc="-6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Thesis Title Goes Here — Edit This Line ]</a:t>
            </a:r>
            <a:endParaRPr lang="en-US" sz="6450" dirty="0"/>
          </a:p>
        </p:txBody>
      </p:sp>
      <p:sp>
        <p:nvSpPr>
          <p:cNvPr id="7" name="Text 4"/>
          <p:cNvSpPr/>
          <p:nvPr/>
        </p:nvSpPr>
        <p:spPr>
          <a:xfrm>
            <a:off x="1047750" y="5923359"/>
            <a:ext cx="1257300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09"/>
              </a:lnSpc>
              <a:buNone/>
            </a:pPr>
            <a:r>
              <a:rPr lang="en-US" sz="28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One-line subtitle describing the scope or contribution of the thesis ]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1047750" y="8233410"/>
            <a:ext cx="161925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8622030"/>
            <a:ext cx="548824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47750" y="8942070"/>
            <a:ext cx="548824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[Student Name]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047750" y="9345930"/>
            <a:ext cx="54882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[Student ID] · [Program, e.g. B.Sc. in CSE]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6799064" y="8622030"/>
            <a:ext cx="320323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799064" y="8942070"/>
            <a:ext cx="320323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[Supervisor Name]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6799064" y="9345930"/>
            <a:ext cx="320323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[Designation, Dept. of CSE]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5509558" y="9071610"/>
            <a:ext cx="173069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Defense [Month Year]</a:t>
            </a:r>
            <a:endParaRPr lang="en-US" sz="1875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B0C69C-DC03-BF59-5C9F-44FCDBB71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9" y="868680"/>
            <a:ext cx="2491031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37959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2333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09750" y="3853815"/>
            <a:ext cx="40686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0" y="437959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382333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287000" y="3853815"/>
            <a:ext cx="28645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17207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61581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809750" y="4646295"/>
            <a:ext cx="30926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0" y="517207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0" y="461581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287000" y="4646295"/>
            <a:ext cx="262042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596455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40829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809750" y="5438775"/>
            <a:ext cx="19554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0" y="596455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0" y="540829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287000" y="5438775"/>
            <a:ext cx="225357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675703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620077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809750" y="6231255"/>
            <a:ext cx="23228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525000" y="675703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0" y="620077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287000" y="6231255"/>
            <a:ext cx="28184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047750" y="754951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9" name="Text 27"/>
          <p:cNvSpPr/>
          <p:nvPr/>
        </p:nvSpPr>
        <p:spPr>
          <a:xfrm>
            <a:off x="1047750" y="699325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809750" y="7023735"/>
            <a:ext cx="391243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Discussion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525000" y="754951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0" y="699325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0287000" y="7023735"/>
            <a:ext cx="395826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INTRODUCTION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623435"/>
            <a:ext cx="95250" cy="857250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4623435"/>
            <a:ext cx="852063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Context: describe the domain / real-world setting this thesis operates in ]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5690235"/>
            <a:ext cx="9525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5690235"/>
            <a:ext cx="61141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Motivation: why this problem matters now ]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6328410"/>
            <a:ext cx="9525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9" name="Text 7"/>
          <p:cNvSpPr/>
          <p:nvPr/>
        </p:nvSpPr>
        <p:spPr>
          <a:xfrm>
            <a:off x="1314450" y="6328410"/>
            <a:ext cx="782734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Scope: what part of the problem this thesis addresses ]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253663" y="3491865"/>
            <a:ext cx="6986588" cy="4396740"/>
          </a:xfrm>
          <a:prstGeom prst="roundRect">
            <a:avLst>
              <a:gd name="adj" fmla="val 4333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54296" y="5568315"/>
            <a:ext cx="4385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 image / context diagram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PROBLEM STATEMENT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Address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432459"/>
            <a:ext cx="16192500" cy="1378267"/>
          </a:xfrm>
          <a:prstGeom prst="rect">
            <a:avLst/>
          </a:prstGeom>
          <a:solidFill>
            <a:srgbClr val="F4F5FC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4432459"/>
            <a:ext cx="76200" cy="1378267"/>
          </a:xfrm>
          <a:prstGeom prst="rect">
            <a:avLst/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4851559"/>
            <a:ext cx="1663827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9"/>
              </a:lnSpc>
              <a:buNone/>
            </a:pPr>
            <a:r>
              <a:rPr lang="en-US" sz="31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State the core research problem in one clear, specific sentence ]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50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Stakeholders / users impacted ]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6559511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59511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Why existing approaches fall short ]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071271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071271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Timeliness / opportunity ]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OBJECTIVES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83857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6370" y="422719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36370" y="482155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First objective, stated as an action ]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96400" y="383857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85020" y="422719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85020" y="482155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Second objective, stated as an action ]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84263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6370" y="623125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36370" y="682561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Third objective, stated as an action ]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296400" y="584263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5020" y="623125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85020" y="682561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Fourth objective, stated as an action ]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LITERATURE REVIEW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248150"/>
            <a:ext cx="16192500" cy="15240"/>
          </a:xfrm>
          <a:prstGeom prst="rect">
            <a:avLst/>
          </a:prstGeom>
          <a:solidFill>
            <a:srgbClr val="10101B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02380"/>
            <a:ext cx="48982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/ YEAR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500688" y="3802380"/>
            <a:ext cx="7124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977688" y="3802380"/>
            <a:ext cx="57888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047750" y="508635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451104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[Author, Year]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500688" y="451104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Summary of their approach ]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1977688" y="451104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Gap this thesis addresses ]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47750" y="59169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34162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[Author, Year]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500688" y="534162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Summary of their approach ]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1977688" y="534162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Gap this thesis addresses ]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674751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617220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[Author, Year]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500688" y="617220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Summary of their approach ]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1977688" y="617220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Gap this thesis addresses ]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47750" y="700278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[Author, Year]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500688" y="700278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Summary of their approach ]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1977688" y="700278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Gap this thesis addresses ]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METHODOLOGY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264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03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03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source / dataset 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29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5238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94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55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94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5494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cleaning / features ]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820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429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85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85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685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model / algorithm ]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011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3620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76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837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876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3876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metrics used ]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SYSTEM DESIGN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735705"/>
            <a:ext cx="16192500" cy="853440"/>
          </a:xfrm>
          <a:prstGeom prst="roundRect">
            <a:avLst>
              <a:gd name="adj" fmla="val 17857"/>
            </a:avLst>
          </a:prstGeom>
          <a:solidFill>
            <a:srgbClr val="F4F5FC"/>
          </a:solidFill>
          <a:ln w="15240">
            <a:solidFill>
              <a:srgbClr val="120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903" y="3998595"/>
            <a:ext cx="160381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/ Interface Layer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38125" y="4779645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4344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Module A ]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21411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8005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Module B ]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995071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71665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Module C ]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38125" y="6273165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791325"/>
            <a:ext cx="16192500" cy="853440"/>
          </a:xfrm>
          <a:prstGeom prst="roundRect">
            <a:avLst>
              <a:gd name="adj" fmla="val 17857"/>
            </a:avLst>
          </a:prstGeom>
          <a:ln w="15240">
            <a:solidFill>
              <a:srgbClr val="1010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903" y="7054215"/>
            <a:ext cx="160381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Storage Layer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IMPLEMENTATION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334828"/>
            <a:ext cx="8539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4818697"/>
            <a:ext cx="1755696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3970" y="4940617"/>
            <a:ext cx="13594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[Language]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2936796" y="4818697"/>
            <a:ext cx="1901547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3016" y="4940617"/>
            <a:ext cx="15053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[Framework]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971693" y="4818697"/>
            <a:ext cx="1438394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07913" y="4940617"/>
            <a:ext cx="10421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[Library]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543437" y="4818697"/>
            <a:ext cx="1689973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79657" y="4940617"/>
            <a:ext cx="12937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[Database]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47750" y="5470207"/>
            <a:ext cx="1596985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3970" y="5592127"/>
            <a:ext cx="12007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[Platform]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047750" y="6274118"/>
            <a:ext cx="799576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 or two notes on a key implementation decision worth defending ]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477375" y="3880485"/>
            <a:ext cx="7762875" cy="3619500"/>
          </a:xfrm>
          <a:prstGeom prst="roundRect">
            <a:avLst>
              <a:gd name="adj" fmla="val 4737"/>
            </a:avLst>
          </a:prstGeom>
          <a:solidFill>
            <a:srgbClr val="10101B"/>
          </a:solidFill>
          <a:ln/>
        </p:spPr>
      </p:sp>
      <p:sp>
        <p:nvSpPr>
          <p:cNvPr id="17" name="Text 15"/>
          <p:cNvSpPr/>
          <p:nvPr/>
        </p:nvSpPr>
        <p:spPr>
          <a:xfrm>
            <a:off x="9858375" y="426148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7D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snippet or pseudocode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58375" y="4617720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1650" dirty="0">
                <a:solidFill>
                  <a:srgbClr val="FF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[coreFunction]</a:t>
            </a: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(input) {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858375" y="497395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core logic placeholder ]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858375" y="5330190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result;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858375" y="568642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RESULTS &amp; ANALYSIS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6234351" y="2339340"/>
            <a:ext cx="9525" cy="114681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339340"/>
            <a:ext cx="5705261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[00%]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047750" y="3211830"/>
            <a:ext cx="57052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Metric one, e.g. accuracy ]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733491" y="2339340"/>
            <a:ext cx="9525" cy="114681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8" name="Text 6"/>
          <p:cNvSpPr/>
          <p:nvPr/>
        </p:nvSpPr>
        <p:spPr>
          <a:xfrm>
            <a:off x="6546771" y="2339340"/>
            <a:ext cx="5705392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[0.00]</a:t>
            </a:r>
            <a:endParaRPr lang="en-US" sz="5550" dirty="0"/>
          </a:p>
        </p:txBody>
      </p:sp>
      <p:sp>
        <p:nvSpPr>
          <p:cNvPr id="9" name="Text 7"/>
          <p:cNvSpPr/>
          <p:nvPr/>
        </p:nvSpPr>
        <p:spPr>
          <a:xfrm>
            <a:off x="6546771" y="3211830"/>
            <a:ext cx="570539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Metric two, e.g. F1-score ]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045910" y="2339340"/>
            <a:ext cx="5713774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[00ms]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12045910" y="3211830"/>
            <a:ext cx="57137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Metric three, e.g. latency ]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47750" y="3867150"/>
            <a:ext cx="16192500" cy="5173980"/>
          </a:xfrm>
          <a:prstGeom prst="roundRect">
            <a:avLst>
              <a:gd name="adj" fmla="val 3314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8182" y="6332220"/>
            <a:ext cx="39288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chart / graph goes here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COMPARISON &amp; DISCUSSION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Compares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720590"/>
            <a:ext cx="16192500" cy="15240"/>
          </a:xfrm>
          <a:prstGeom prst="rect">
            <a:avLst/>
          </a:prstGeom>
          <a:solidFill>
            <a:srgbClr val="10101B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4274820"/>
            <a:ext cx="56672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6015818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695921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B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376023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C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047750" y="552069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4964430"/>
            <a:ext cx="5667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[Existing Method 1]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015818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- ]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95921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- ]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76023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- ]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31317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756910"/>
            <a:ext cx="5667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[Existing Method 2]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015818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- ]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95921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- ]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76023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- ]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6320790"/>
            <a:ext cx="16192500" cy="784860"/>
          </a:xfrm>
          <a:prstGeom prst="roundRect">
            <a:avLst>
              <a:gd name="adj" fmla="val 14563"/>
            </a:avLst>
          </a:prstGeom>
          <a:solidFill>
            <a:srgbClr val="F4F5FC"/>
          </a:solidFill>
          <a:ln/>
        </p:spPr>
      </p:sp>
      <p:sp>
        <p:nvSpPr>
          <p:cNvPr id="20" name="Text 18"/>
          <p:cNvSpPr/>
          <p:nvPr/>
        </p:nvSpPr>
        <p:spPr>
          <a:xfrm>
            <a:off x="1238250" y="6549390"/>
            <a:ext cx="5476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[Proposed Method]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015818" y="654939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- ]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95921" y="654939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- ]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376023" y="6549390"/>
            <a:ext cx="38576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- ]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14934" y="9345930"/>
            <a:ext cx="70151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CONCLUSION &amp; FUTURE WORK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339340"/>
            <a:ext cx="8539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284226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276350" y="2842260"/>
            <a:ext cx="478677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Summary of what was achieved ]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3499485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3499485"/>
            <a:ext cx="569517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How it answers the problem statement ]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47750" y="415671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10" name="Text 8"/>
          <p:cNvSpPr/>
          <p:nvPr/>
        </p:nvSpPr>
        <p:spPr>
          <a:xfrm>
            <a:off x="1276350" y="4156710"/>
            <a:ext cx="414110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Key contribution to the field ]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477375" y="2339340"/>
            <a:ext cx="9525" cy="670179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2" name="Text 10"/>
          <p:cNvSpPr/>
          <p:nvPr/>
        </p:nvSpPr>
        <p:spPr>
          <a:xfrm>
            <a:off x="10151745" y="2339340"/>
            <a:ext cx="77973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151745" y="284226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380345" y="2842260"/>
            <a:ext cx="48745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Known limitation to address next ]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151745" y="3499485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380345" y="3499485"/>
            <a:ext cx="46474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Extension or scale-up direction ]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151745" y="415671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380345" y="4156710"/>
            <a:ext cx="50495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Open question for future research ]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REFERENCES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094797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[Author Initials, Surname], "[Paper Title]," 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[Journal / Conference Name]</a:t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vol. [x], no. [x], pp. [xx–xx], [Year].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047750" y="4661535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[Author Initials, Surname], "[Paper Title]," 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[Journal / Conference Name]</a:t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vol. [x], no. [x], pp. [xx–xx], [Year].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47750" y="5228273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[Author Initials, Surname], "[Paper Title]," 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[Journal / Conference Name]</a:t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vol. [x], no. [x], pp. [xx–xx], [Year].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47750" y="5795010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[Author Initials, Surname], "[Paper Title]," 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[Journal / Conference Name]</a:t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vol. [x], no. [x], pp. [xx–xx], [Year].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47750" y="6361748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[Author Initials, Surname], "[Paper Title]," 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[Journal / Conference Name]</a:t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vol. [x], no. [x], pp. [xx–xx], [Year].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47750" y="6928485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[Author Initials, Surname], "[Paper Title]," 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[Journal / Conference Name]</a:t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vol. [x], no. [x], pp. [xx–xx], [Year].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ACKNOWLEDGEMENT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566285"/>
            <a:ext cx="1334262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931"/>
              </a:lnSpc>
              <a:buNone/>
            </a:pPr>
            <a:r>
              <a:rPr lang="en-US" sz="300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 short note of thanks to your supervisor, the Department of Computer Science &amp; Engineering, Uttara University, and anyone else — family, peers, lab staff — who supported this thesis. 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6477000"/>
            <a:ext cx="5905500" cy="59055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24000" y="-19050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070" y="3394710"/>
            <a:ext cx="1175742" cy="647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14929" y="4480560"/>
            <a:ext cx="4858024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7041696" y="5760720"/>
            <a:ext cx="420449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5744712" y="6751320"/>
            <a:ext cx="67984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[Student Name] · [student.email@uttarauniversity.edu.bd]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1207</Words>
  <Application>Microsoft Office PowerPoint</Application>
  <PresentationFormat>Custom</PresentationFormat>
  <Paragraphs>221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 S M Nazmus Sadat</cp:lastModifiedBy>
  <cp:revision>2</cp:revision>
  <dcterms:created xsi:type="dcterms:W3CDTF">2026-07-14T10:42:10Z</dcterms:created>
  <dcterms:modified xsi:type="dcterms:W3CDTF">2026-07-14T10:48:48Z</dcterms:modified>
</cp:coreProperties>
</file>